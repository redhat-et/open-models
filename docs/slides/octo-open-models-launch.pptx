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1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🐙 OCTO Open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73BCF7"/>
                </a:solidFill>
              </a:rPr>
              <a:t>Open models, one key, zero invoice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A6E73"/>
                </a:solidFill>
              </a:rPr>
              <a:t>Launching 2026-09-09  ·  octo-open-models  ·  #octo-open-model-platform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F1F8F"/>
                </a:solidFill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▸ </a:t>
            </a:r>
            <a:r>
              <a:rPr sz="2200" b="1">
                <a:solidFill>
                  <a:srgbClr val="151515"/>
                </a:solidFill>
              </a:rPr>
              <a:t>Token spend is a real line item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   </a:t>
            </a:r>
            <a:r>
              <a:rPr sz="1800" b="0">
                <a:solidFill>
                  <a:srgbClr val="6A6E73"/>
                </a:solidFill>
              </a:rPr>
              <a:t>Associates hit monthly budgets and stop shipping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   </a:t>
            </a:r>
            <a:r>
              <a:rPr sz="1800" b="0">
                <a:solidFill>
                  <a:srgbClr val="6A6E73"/>
                </a:solidFill>
              </a:rPr>
              <a:t>…or spin up shadow GPU spend nobody tracks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▸ </a:t>
            </a:r>
            <a:r>
              <a:rPr sz="2200" b="1">
                <a:solidFill>
                  <a:srgbClr val="151515"/>
                </a:solidFill>
              </a:rPr>
              <a:t>Open models are finally good enough for daily agentic work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   </a:t>
            </a:r>
            <a:r>
              <a:rPr sz="1800" b="0">
                <a:solidFill>
                  <a:srgbClr val="6A6E73"/>
                </a:solidFill>
              </a:rPr>
              <a:t>…but serving them well (quant, spec-decode, context, concurrency) is a project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   </a:t>
            </a:r>
            <a:r>
              <a:rPr sz="1800" b="0">
                <a:solidFill>
                  <a:srgbClr val="6A6E73"/>
                </a:solidFill>
              </a:rPr>
              <a:t>…one every team would otherwise repeat badly on its 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F1F8F"/>
                </a:solidFill>
              </a:rPr>
              <a:t>What we built: four 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▸ </a:t>
            </a:r>
            <a:r>
              <a:rPr sz="2200" b="1">
                <a:solidFill>
                  <a:srgbClr val="151515"/>
                </a:solidFill>
              </a:rPr>
              <a:t>One gateway — LiteLLM on OpenShift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   </a:t>
            </a:r>
            <a:r>
              <a:rPr sz="1800" b="0">
                <a:solidFill>
                  <a:srgbClr val="6A6E73"/>
                </a:solidFill>
              </a:rPr>
              <a:t>OpenAI-compatible, per-user keys + budgets, auto fallback, spend + latency metrics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▸ </a:t>
            </a:r>
            <a:r>
              <a:rPr sz="2200" b="1">
                <a:solidFill>
                  <a:srgbClr val="151515"/>
                </a:solidFill>
              </a:rPr>
              <a:t>One portal — GitHub login, self-serve keys, live model cards, savings counter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▸ </a:t>
            </a:r>
            <a:r>
              <a:rPr sz="2200" b="1">
                <a:solidFill>
                  <a:srgbClr val="151515"/>
                </a:solidFill>
              </a:rPr>
              <a:t>One source of truth — catalog.yaml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   </a:t>
            </a:r>
            <a:r>
              <a:rPr sz="1800" b="0">
                <a:solidFill>
                  <a:srgbClr val="6A6E73"/>
                </a:solidFill>
              </a:rPr>
              <a:t>Gateway config, dashboards, alerts, user configs: all generated. Onboarding a model = a PR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▸ </a:t>
            </a:r>
            <a:r>
              <a:rPr sz="2200" b="1">
                <a:solidFill>
                  <a:srgbClr val="151515"/>
                </a:solidFill>
              </a:rPr>
              <a:t>One command for users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   </a:t>
            </a:r>
            <a:r>
              <a:rPr sz="1800" b="0">
                <a:solidFill>
                  <a:srgbClr val="6A6E73"/>
                </a:solidFill>
              </a:rPr>
              <a:t>Paste a curl → opencode pointed at the gateway. ~2 minutes, nothing to install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F1F8F"/>
                </a:solidFill>
              </a:rPr>
              <a:t>Tiers: roles, not speed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1521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108960"/>
                <a:gridCol w="2011680"/>
                <a:gridCol w="3291840"/>
                <a:gridCol w="1554480"/>
              </a:tblGrid>
              <a:tr h="84124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4F1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F1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4F1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For</a:t>
                      </a:r>
                    </a:p>
                  </a:txBody>
                  <a:tcPr>
                    <a:solidFill>
                      <a:srgbClr val="4F1F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$/Mtok in/out</a:t>
                      </a:r>
                    </a:p>
                  </a:txBody>
                  <a:tcPr>
                    <a:solidFill>
                      <a:srgbClr val="4F1F8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51515"/>
                          </a:solidFill>
                        </a:defRPr>
                      </a:pPr>
                      <a:r>
                        <a:t>🏆 frontier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Qwen 3.8 27B FP8, 131k ctx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rented MI300X 192GB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hardest agentic work; falls back to core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0.60 / 2.40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51515"/>
                          </a:solidFill>
                        </a:defRPr>
                      </a:pPr>
                      <a:r>
                        <a:t>⚡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Flash-Next NVFP4, 262k ctx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4x L40S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daily driver · your default · 10 seats @ 19 tok/s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0.20 / 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51515"/>
                          </a:solidFill>
                        </a:defRPr>
                      </a:pPr>
                      <a:r>
                        <a:t>📦 bulk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27B NVFP4, 32k ctx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RTX 5090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batch + background · 8 seats @ 12.5 tok/s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0.30 / 1.20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51515"/>
                          </a:solidFill>
                        </a:defRPr>
                      </a:pPr>
                      <a:r>
                        <a:t>🧪 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27B FP8 / Flash-Next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DGX Sparks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bake-offs, VPN endpoints, no SLA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1515"/>
                          </a:solidFill>
                        </a:defRPr>
                      </a:pPr>
                      <a:r>
                        <a:t>unmetered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6E73"/>
                </a:solidFill>
              </a:rPr>
              <a:t>Every seat number measured on the live box, 2026-09-08. Notional rates vs frontier APIs.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3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F1F8F"/>
                </a:solidFill>
              </a:rPr>
              <a:t>We watch money like users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▸ </a:t>
            </a:r>
            <a:r>
              <a:rPr sz="2200" b="1">
                <a:solidFill>
                  <a:srgbClr val="151515"/>
                </a:solidFill>
              </a:rPr>
              <a:t>Savings = real numbers, not vibes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   </a:t>
            </a:r>
            <a:r>
              <a:rPr sz="1800" b="0">
                <a:solidFill>
                  <a:srgbClr val="6A6E73"/>
                </a:solidFill>
              </a:rPr>
              <a:t>frontier-API x8 notional, per user + per model, live in Grafana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▸ </a:t>
            </a:r>
            <a:r>
              <a:rPr sz="2200" b="1">
                <a:solidFill>
                  <a:srgbClr val="151515"/>
                </a:solidFill>
              </a:rPr>
              <a:t>Own GPUs sleep when we do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   </a:t>
            </a:r>
            <a:r>
              <a:rPr sz="1800" b="0">
                <a:solidFill>
                  <a:srgbClr val="6A6E73"/>
                </a:solidFill>
              </a:rPr>
              <a:t>L40S node torn down 18:00, back 04:00 weekdays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▸ </a:t>
            </a:r>
            <a:r>
              <a:rPr sz="2200" b="1">
                <a:solidFill>
                  <a:srgbClr val="151515"/>
                </a:solidFill>
              </a:rPr>
              <a:t>Rented compute: delete-not-stop policy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   </a:t>
            </a:r>
            <a:r>
              <a:rPr sz="1800" b="0">
                <a:solidFill>
                  <a:srgbClr val="6A6E73"/>
                </a:solidFill>
              </a:rPr>
              <a:t>meter only stops when the VM is gone; wake/provision alerts Slack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▸ </a:t>
            </a:r>
            <a:r>
              <a:rPr sz="2200" b="1">
                <a:solidFill>
                  <a:srgbClr val="151515"/>
                </a:solidFill>
              </a:rPr>
              <a:t>If a model can't earn its $/hr, it goes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0B6A7D"/>
                </a:solidFill>
              </a:rPr>
              <a:t>   </a:t>
            </a:r>
            <a:r>
              <a:rPr sz="1800" b="0">
                <a:solidFill>
                  <a:srgbClr val="6A6E73"/>
                </a:solidFill>
              </a:rPr>
              <a:t>Retired GLM-4.5-Air the day its tool-calling failed our own usage — same-day teardown, no sunk-cost drift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1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Log in → create a key → paste one line → 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73BCF7"/>
                </a:solidFill>
              </a:rPr>
              <a:t>curl -fsSL &lt;portal&gt;/setup.sh | OCTO_KEY=•••• bash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6A7D"/>
                </a:solidFill>
              </a:rPr>
              <a:t>▸ </a:t>
            </a:r>
            <a:r>
              <a:rPr sz="2000" b="1">
                <a:solidFill>
                  <a:srgbClr val="151515"/>
                </a:solidFill>
              </a:rPr>
              <a:t>Portal: octo-app-octo-models.apps.emerg.pcbk.p1.openshiftapps.com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6A7D"/>
                </a:solidFill>
              </a:rPr>
              <a:t>   </a:t>
            </a:r>
            <a:r>
              <a:rPr sz="1600" b="0">
                <a:solidFill>
                  <a:srgbClr val="6A6E73"/>
                </a:solidFill>
              </a:rPr>
              <a:t>Live dashboard needs no login — links off the portal home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6A7D"/>
                </a:solidFill>
              </a:rPr>
              <a:t>   </a:t>
            </a:r>
            <a:r>
              <a:rPr sz="1600" b="0">
                <a:solidFill>
                  <a:srgbClr val="6A6E73"/>
                </a:solidFill>
              </a:rPr>
              <a:t>Repo: github.com/redhat-et/open-models — model onboarding is a PR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6A7D"/>
                </a:solidFill>
              </a:rPr>
              <a:t>   </a:t>
            </a:r>
            <a:r>
              <a:rPr sz="1600" b="0">
                <a:solidFill>
                  <a:srgbClr val="6A6E73"/>
                </a:solidFill>
              </a:rPr>
              <a:t>Feedback: #octo-open-model-platform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6A7D"/>
                </a:solidFill>
              </a:rPr>
              <a:t>▸ </a:t>
            </a:r>
            <a:r>
              <a:rPr sz="2000" b="1">
                <a:solidFill>
                  <a:srgbClr val="151515"/>
                </a:solidFill>
              </a:rPr>
              <a:t>Try it during this demo: the savings counter updates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